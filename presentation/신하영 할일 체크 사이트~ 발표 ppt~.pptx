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3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1536" y="1069849"/>
            <a:ext cx="9960864" cy="1470025"/>
          </a:xfrm>
        </p:spPr>
        <p:txBody>
          <a:bodyPr>
            <a:noAutofit/>
          </a:bodyPr>
          <a:lstStyle>
            <a:lvl1pPr algn="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3657600" y="384048"/>
            <a:ext cx="7924800" cy="612648"/>
          </a:xfr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930B-E2B6-45D9-B719-B879D65B815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22C-0275-42C9-B12D-D865FFAE66E9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21"/>
          <p:cNvGrpSpPr/>
          <p:nvPr/>
        </p:nvGrpSpPr>
        <p:grpSpPr bwMode="grayWhite">
          <a:xfrm rot="19693411">
            <a:off x="4446678" y="1909248"/>
            <a:ext cx="8028305" cy="4829684"/>
            <a:chOff x="1761807" y="615248"/>
            <a:chExt cx="6021229" cy="4829684"/>
          </a:xfrm>
        </p:grpSpPr>
        <p:grpSp>
          <p:nvGrpSpPr>
            <p:cNvPr id="8" name="Group 42"/>
            <p:cNvGrpSpPr/>
            <p:nvPr userDrawn="1"/>
          </p:nvGrpSpPr>
          <p:grpSpPr bwMode="grayWhite">
            <a:xfrm>
              <a:off x="1761807" y="1695712"/>
              <a:ext cx="6021229" cy="3068566"/>
              <a:chOff x="1522575" y="779540"/>
              <a:chExt cx="6021229" cy="3068566"/>
            </a:xfrm>
          </p:grpSpPr>
          <p:sp>
            <p:nvSpPr>
              <p:cNvPr id="22" name="Freeform 21"/>
              <p:cNvSpPr/>
              <p:nvPr userDrawn="1"/>
            </p:nvSpPr>
            <p:spPr bwMode="grayWhite">
              <a:xfrm>
                <a:off x="1531435" y="783084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9100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3" name="Freeform 22"/>
              <p:cNvSpPr/>
              <p:nvPr userDrawn="1"/>
            </p:nvSpPr>
            <p:spPr bwMode="grayWhite">
              <a:xfrm>
                <a:off x="1522575" y="779540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25400">
                <a:gradFill flip="none" rotWithShape="1">
                  <a:gsLst>
                    <a:gs pos="84000">
                      <a:srgbClr val="F8F8F8">
                        <a:alpha val="0"/>
                      </a:srgbClr>
                    </a:gs>
                    <a:gs pos="41000">
                      <a:srgbClr val="F8F8F8">
                        <a:alpha val="44000"/>
                      </a:srgbClr>
                    </a:gs>
                    <a:gs pos="88000">
                      <a:srgbClr val="F8F8F8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cxnSp>
          <p:nvCxnSpPr>
            <p:cNvPr id="9" name="Straight Connector 8"/>
            <p:cNvCxnSpPr/>
            <p:nvPr userDrawn="1"/>
          </p:nvCxnSpPr>
          <p:spPr bwMode="grayWhite">
            <a:xfrm rot="18120000" flipH="1">
              <a:off x="2718288" y="2106345"/>
              <a:ext cx="3999708" cy="2492654"/>
            </a:xfrm>
            <a:prstGeom prst="line">
              <a:avLst/>
            </a:prstGeom>
            <a:ln w="50800">
              <a:gradFill flip="none" rotWithShape="1">
                <a:gsLst>
                  <a:gs pos="10000">
                    <a:srgbClr val="FFFFFF">
                      <a:alpha val="0"/>
                    </a:srgbClr>
                  </a:gs>
                  <a:gs pos="50000">
                    <a:srgbClr val="F8F8F8">
                      <a:alpha val="60000"/>
                    </a:srgbClr>
                  </a:gs>
                  <a:gs pos="90000">
                    <a:srgbClr val="DDDDDD">
                      <a:alpha val="0"/>
                    </a:srgbClr>
                  </a:gs>
                </a:gsLst>
                <a:lin ang="2700000" scaled="1"/>
                <a:tileRect/>
              </a:gradFill>
              <a:miter lim="800000"/>
            </a:ln>
            <a:effectLst>
              <a:glow rad="63500">
                <a:srgbClr val="FFFFFF">
                  <a:alpha val="3922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38"/>
            <p:cNvGrpSpPr/>
            <p:nvPr userDrawn="1"/>
          </p:nvGrpSpPr>
          <p:grpSpPr bwMode="grayWhite">
            <a:xfrm>
              <a:off x="3730877" y="1536192"/>
              <a:ext cx="2721357" cy="3879656"/>
              <a:chOff x="3730877" y="1536192"/>
              <a:chExt cx="2721357" cy="3879656"/>
            </a:xfrm>
          </p:grpSpPr>
          <p:sp>
            <p:nvSpPr>
              <p:cNvPr id="20" name="Freeform 19"/>
              <p:cNvSpPr/>
              <p:nvPr userDrawn="1"/>
            </p:nvSpPr>
            <p:spPr bwMode="grayWhite">
              <a:xfrm>
                <a:off x="4388453" y="1629422"/>
                <a:ext cx="2059093" cy="340542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  <a:gd name="connsiteX2" fmla="*/ 0 w 2374787"/>
                  <a:gd name="connsiteY2" fmla="*/ 0 h 3196607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7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7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2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Freeform 20"/>
              <p:cNvSpPr/>
              <p:nvPr userDrawn="1"/>
            </p:nvSpPr>
            <p:spPr bwMode="grayWhite">
              <a:xfrm>
                <a:off x="3730877" y="1536192"/>
                <a:ext cx="2721357" cy="3879656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  <a:gd name="connsiteX3" fmla="*/ 1 w 3138588"/>
                  <a:gd name="connsiteY3" fmla="*/ 0 h 3682514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  <a:lnTo>
                      <a:pt x="1" y="0"/>
                    </a:lnTo>
                    <a:close/>
                  </a:path>
                  <a:path w="3138588" h="3682514" fill="none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1" name="Group 39"/>
            <p:cNvGrpSpPr/>
            <p:nvPr userDrawn="1"/>
          </p:nvGrpSpPr>
          <p:grpSpPr bwMode="grayWhite">
            <a:xfrm>
              <a:off x="2756586" y="1619763"/>
              <a:ext cx="2892850" cy="3379627"/>
              <a:chOff x="2756587" y="1619763"/>
              <a:chExt cx="2892850" cy="3379627"/>
            </a:xfrm>
          </p:grpSpPr>
          <p:sp>
            <p:nvSpPr>
              <p:cNvPr id="18" name="Freeform 17"/>
              <p:cNvSpPr/>
              <p:nvPr userDrawn="1"/>
            </p:nvSpPr>
            <p:spPr bwMode="grayWhite">
              <a:xfrm flipH="1">
                <a:off x="2774785" y="1709909"/>
                <a:ext cx="2188853" cy="293368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  <a:gd name="connsiteX2" fmla="*/ 0 w 2374789"/>
                  <a:gd name="connsiteY2" fmla="*/ 0 h 3196608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9" h="3196608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9" h="3196608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Freeform 18"/>
              <p:cNvSpPr/>
              <p:nvPr userDrawn="1"/>
            </p:nvSpPr>
            <p:spPr bwMode="grayWhite">
              <a:xfrm flipH="1">
                <a:off x="2756587" y="1619763"/>
                <a:ext cx="2892850" cy="337962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8575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3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2" name="Group 37"/>
            <p:cNvGrpSpPr/>
            <p:nvPr userDrawn="1"/>
          </p:nvGrpSpPr>
          <p:grpSpPr bwMode="grayWhite">
            <a:xfrm>
              <a:off x="3126248" y="615248"/>
              <a:ext cx="3325881" cy="2834631"/>
              <a:chOff x="3126249" y="615248"/>
              <a:chExt cx="3325881" cy="2834631"/>
            </a:xfrm>
          </p:grpSpPr>
          <p:sp>
            <p:nvSpPr>
              <p:cNvPr id="16" name="Freeform 15"/>
              <p:cNvSpPr/>
              <p:nvPr userDrawn="1"/>
            </p:nvSpPr>
            <p:spPr bwMode="grayWhite">
              <a:xfrm rot="13693869" flipH="1">
                <a:off x="3845802" y="929727"/>
                <a:ext cx="2144802" cy="2887031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  <a:gd name="connsiteX2" fmla="*/ 0 w 2374788"/>
                  <a:gd name="connsiteY2" fmla="*/ 0 h 3196606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6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6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65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Freeform 16"/>
              <p:cNvSpPr/>
              <p:nvPr userDrawn="1"/>
            </p:nvSpPr>
            <p:spPr bwMode="grayWhite">
              <a:xfrm rot="13693869" flipH="1">
                <a:off x="3371874" y="369623"/>
                <a:ext cx="2834631" cy="3325881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6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3" name="Group 36"/>
            <p:cNvGrpSpPr/>
            <p:nvPr userDrawn="1"/>
          </p:nvGrpSpPr>
          <p:grpSpPr bwMode="grayWhite">
            <a:xfrm>
              <a:off x="2490231" y="1369960"/>
              <a:ext cx="4781177" cy="4074972"/>
              <a:chOff x="2490231" y="1369960"/>
              <a:chExt cx="4781177" cy="4074972"/>
            </a:xfrm>
          </p:grpSpPr>
          <p:sp>
            <p:nvSpPr>
              <p:cNvPr id="14" name="Freeform 13"/>
              <p:cNvSpPr/>
              <p:nvPr userDrawn="1"/>
            </p:nvSpPr>
            <p:spPr bwMode="grayWhite">
              <a:xfrm rot="13693869" flipH="1">
                <a:off x="3524638" y="1822044"/>
                <a:ext cx="3083296" cy="4150302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  <a:gd name="connsiteX2" fmla="*/ 0 w 2374788"/>
                  <a:gd name="connsiteY2" fmla="*/ 0 h 3196607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Freeform 14"/>
              <p:cNvSpPr/>
              <p:nvPr userDrawn="1"/>
            </p:nvSpPr>
            <p:spPr bwMode="grayWhite">
              <a:xfrm rot="13693869" flipH="1">
                <a:off x="2843334" y="1016857"/>
                <a:ext cx="4074972" cy="478117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3175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3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pic>
        <p:nvPicPr>
          <p:cNvPr id="24" name="Picture 230" descr="sta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gray">
          <a:xfrm>
            <a:off x="6197600" y="4419600"/>
            <a:ext cx="11938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92661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88720"/>
            <a:ext cx="1097280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930B-E2B6-45D9-B719-B879D65B815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22C-0275-42C9-B12D-D865FFAE66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023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976" y="2286001"/>
            <a:ext cx="10363200" cy="1362075"/>
          </a:xfrm>
        </p:spPr>
        <p:txBody>
          <a:bodyPr anchor="t">
            <a:noAutofit/>
          </a:bodyPr>
          <a:lstStyle>
            <a:lvl1pPr algn="ctr">
              <a:defRPr sz="4800" b="1" cap="all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5360" y="1353312"/>
            <a:ext cx="10363200" cy="905256"/>
          </a:xfrm>
        </p:spPr>
        <p:txBody>
          <a:bodyPr anchor="b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930B-E2B6-45D9-B719-B879D65B815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22C-0275-42C9-B12D-D865FFAE66E9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21"/>
          <p:cNvGrpSpPr/>
          <p:nvPr/>
        </p:nvGrpSpPr>
        <p:grpSpPr bwMode="grayWhite">
          <a:xfrm rot="19693411">
            <a:off x="4446678" y="1909248"/>
            <a:ext cx="8028305" cy="4829684"/>
            <a:chOff x="1761807" y="615248"/>
            <a:chExt cx="6021229" cy="4829684"/>
          </a:xfrm>
        </p:grpSpPr>
        <p:grpSp>
          <p:nvGrpSpPr>
            <p:cNvPr id="8" name="Group 42"/>
            <p:cNvGrpSpPr/>
            <p:nvPr userDrawn="1"/>
          </p:nvGrpSpPr>
          <p:grpSpPr bwMode="grayWhite">
            <a:xfrm>
              <a:off x="1761807" y="1695712"/>
              <a:ext cx="6021229" cy="3068566"/>
              <a:chOff x="1522575" y="779540"/>
              <a:chExt cx="6021229" cy="3068566"/>
            </a:xfrm>
          </p:grpSpPr>
          <p:sp>
            <p:nvSpPr>
              <p:cNvPr id="22" name="Freeform 21"/>
              <p:cNvSpPr/>
              <p:nvPr userDrawn="1"/>
            </p:nvSpPr>
            <p:spPr bwMode="grayWhite">
              <a:xfrm>
                <a:off x="1531435" y="783084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9100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3" name="Freeform 22"/>
              <p:cNvSpPr/>
              <p:nvPr userDrawn="1"/>
            </p:nvSpPr>
            <p:spPr bwMode="grayWhite">
              <a:xfrm>
                <a:off x="1522575" y="779540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25400">
                <a:gradFill flip="none" rotWithShape="1">
                  <a:gsLst>
                    <a:gs pos="84000">
                      <a:srgbClr val="F8F8F8">
                        <a:alpha val="0"/>
                      </a:srgbClr>
                    </a:gs>
                    <a:gs pos="41000">
                      <a:srgbClr val="F8F8F8">
                        <a:alpha val="44000"/>
                      </a:srgbClr>
                    </a:gs>
                    <a:gs pos="88000">
                      <a:srgbClr val="F8F8F8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cxnSp>
          <p:nvCxnSpPr>
            <p:cNvPr id="9" name="Straight Connector 8"/>
            <p:cNvCxnSpPr/>
            <p:nvPr userDrawn="1"/>
          </p:nvCxnSpPr>
          <p:spPr bwMode="grayWhite">
            <a:xfrm rot="18120000" flipH="1">
              <a:off x="2718288" y="2106345"/>
              <a:ext cx="3999708" cy="2492654"/>
            </a:xfrm>
            <a:prstGeom prst="line">
              <a:avLst/>
            </a:prstGeom>
            <a:ln w="50800">
              <a:gradFill flip="none" rotWithShape="1">
                <a:gsLst>
                  <a:gs pos="10000">
                    <a:srgbClr val="FFFFFF">
                      <a:alpha val="0"/>
                    </a:srgbClr>
                  </a:gs>
                  <a:gs pos="50000">
                    <a:srgbClr val="F8F8F8">
                      <a:alpha val="60000"/>
                    </a:srgbClr>
                  </a:gs>
                  <a:gs pos="90000">
                    <a:srgbClr val="DDDDDD">
                      <a:alpha val="0"/>
                    </a:srgbClr>
                  </a:gs>
                </a:gsLst>
                <a:lin ang="2700000" scaled="1"/>
                <a:tileRect/>
              </a:gradFill>
              <a:miter lim="800000"/>
            </a:ln>
            <a:effectLst>
              <a:glow rad="63500">
                <a:srgbClr val="FFFFFF">
                  <a:alpha val="3922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38"/>
            <p:cNvGrpSpPr/>
            <p:nvPr userDrawn="1"/>
          </p:nvGrpSpPr>
          <p:grpSpPr bwMode="grayWhite">
            <a:xfrm>
              <a:off x="3730877" y="1536192"/>
              <a:ext cx="2721357" cy="3879656"/>
              <a:chOff x="3730877" y="1536192"/>
              <a:chExt cx="2721357" cy="3879656"/>
            </a:xfrm>
          </p:grpSpPr>
          <p:sp>
            <p:nvSpPr>
              <p:cNvPr id="20" name="Freeform 19"/>
              <p:cNvSpPr/>
              <p:nvPr userDrawn="1"/>
            </p:nvSpPr>
            <p:spPr bwMode="grayWhite">
              <a:xfrm>
                <a:off x="4388453" y="1629422"/>
                <a:ext cx="2059093" cy="340542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  <a:gd name="connsiteX2" fmla="*/ 0 w 2374787"/>
                  <a:gd name="connsiteY2" fmla="*/ 0 h 3196607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7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7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2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Freeform 20"/>
              <p:cNvSpPr/>
              <p:nvPr userDrawn="1"/>
            </p:nvSpPr>
            <p:spPr bwMode="grayWhite">
              <a:xfrm>
                <a:off x="3730877" y="1536192"/>
                <a:ext cx="2721357" cy="3879656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  <a:gd name="connsiteX3" fmla="*/ 1 w 3138588"/>
                  <a:gd name="connsiteY3" fmla="*/ 0 h 3682514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  <a:lnTo>
                      <a:pt x="1" y="0"/>
                    </a:lnTo>
                    <a:close/>
                  </a:path>
                  <a:path w="3138588" h="3682514" fill="none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1" name="Group 39"/>
            <p:cNvGrpSpPr/>
            <p:nvPr userDrawn="1"/>
          </p:nvGrpSpPr>
          <p:grpSpPr bwMode="grayWhite">
            <a:xfrm>
              <a:off x="2756586" y="1619763"/>
              <a:ext cx="2892850" cy="3379627"/>
              <a:chOff x="2756587" y="1619763"/>
              <a:chExt cx="2892850" cy="3379627"/>
            </a:xfrm>
          </p:grpSpPr>
          <p:sp>
            <p:nvSpPr>
              <p:cNvPr id="18" name="Freeform 17"/>
              <p:cNvSpPr/>
              <p:nvPr userDrawn="1"/>
            </p:nvSpPr>
            <p:spPr bwMode="grayWhite">
              <a:xfrm flipH="1">
                <a:off x="2774785" y="1709909"/>
                <a:ext cx="2188853" cy="293368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  <a:gd name="connsiteX2" fmla="*/ 0 w 2374789"/>
                  <a:gd name="connsiteY2" fmla="*/ 0 h 3196608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9" h="3196608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9" h="3196608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Freeform 18"/>
              <p:cNvSpPr/>
              <p:nvPr userDrawn="1"/>
            </p:nvSpPr>
            <p:spPr bwMode="grayWhite">
              <a:xfrm flipH="1">
                <a:off x="2756587" y="1619763"/>
                <a:ext cx="2892850" cy="337962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8575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3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2" name="Group 37"/>
            <p:cNvGrpSpPr/>
            <p:nvPr userDrawn="1"/>
          </p:nvGrpSpPr>
          <p:grpSpPr bwMode="grayWhite">
            <a:xfrm>
              <a:off x="3126248" y="615248"/>
              <a:ext cx="3325881" cy="2834631"/>
              <a:chOff x="3126249" y="615248"/>
              <a:chExt cx="3325881" cy="2834631"/>
            </a:xfrm>
          </p:grpSpPr>
          <p:sp>
            <p:nvSpPr>
              <p:cNvPr id="16" name="Freeform 15"/>
              <p:cNvSpPr/>
              <p:nvPr userDrawn="1"/>
            </p:nvSpPr>
            <p:spPr bwMode="grayWhite">
              <a:xfrm rot="13693869" flipH="1">
                <a:off x="3845802" y="929727"/>
                <a:ext cx="2144802" cy="2887031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  <a:gd name="connsiteX2" fmla="*/ 0 w 2374788"/>
                  <a:gd name="connsiteY2" fmla="*/ 0 h 3196606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6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6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65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Freeform 16"/>
              <p:cNvSpPr/>
              <p:nvPr userDrawn="1"/>
            </p:nvSpPr>
            <p:spPr bwMode="grayWhite">
              <a:xfrm rot="13693869" flipH="1">
                <a:off x="3371874" y="369623"/>
                <a:ext cx="2834631" cy="3325881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6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3" name="Group 36"/>
            <p:cNvGrpSpPr/>
            <p:nvPr userDrawn="1"/>
          </p:nvGrpSpPr>
          <p:grpSpPr bwMode="grayWhite">
            <a:xfrm>
              <a:off x="2490231" y="1369960"/>
              <a:ext cx="4781177" cy="4074972"/>
              <a:chOff x="2490231" y="1369960"/>
              <a:chExt cx="4781177" cy="4074972"/>
            </a:xfrm>
          </p:grpSpPr>
          <p:sp>
            <p:nvSpPr>
              <p:cNvPr id="14" name="Freeform 13"/>
              <p:cNvSpPr/>
              <p:nvPr userDrawn="1"/>
            </p:nvSpPr>
            <p:spPr bwMode="grayWhite">
              <a:xfrm rot="13693869" flipH="1">
                <a:off x="3524638" y="1822044"/>
                <a:ext cx="3083296" cy="4150302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  <a:gd name="connsiteX2" fmla="*/ 0 w 2374788"/>
                  <a:gd name="connsiteY2" fmla="*/ 0 h 3196607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Freeform 14"/>
              <p:cNvSpPr/>
              <p:nvPr userDrawn="1"/>
            </p:nvSpPr>
            <p:spPr bwMode="grayWhite">
              <a:xfrm rot="13693869" flipH="1">
                <a:off x="2843334" y="1016857"/>
                <a:ext cx="4074972" cy="478117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3175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3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pic>
        <p:nvPicPr>
          <p:cNvPr id="24" name="Picture 230" descr="sta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gray">
          <a:xfrm>
            <a:off x="6197600" y="4419600"/>
            <a:ext cx="11938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19466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6176" y="1289304"/>
            <a:ext cx="5384800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2304" y="1289304"/>
            <a:ext cx="5384800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930B-E2B6-45D9-B719-B879D65B815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22C-0275-42C9-B12D-D865FFAE66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199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353312"/>
            <a:ext cx="5388864" cy="639762"/>
          </a:xfrm>
          <a:solidFill>
            <a:srgbClr val="FFFFFF">
              <a:alpha val="25098"/>
            </a:srgbClr>
          </a:solidFill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93976"/>
            <a:ext cx="5386917" cy="403250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93367" y="1353312"/>
            <a:ext cx="5388864" cy="639762"/>
          </a:xfrm>
          <a:solidFill>
            <a:srgbClr val="FFFFFF">
              <a:alpha val="25098"/>
            </a:srgbClr>
          </a:solidFill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093976"/>
            <a:ext cx="5389033" cy="403250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930B-E2B6-45D9-B719-B879D65B815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22C-0275-42C9-B12D-D865FFAE66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90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930B-E2B6-45D9-B719-B879D65B815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22C-0275-42C9-B12D-D865FFAE66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027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930B-E2B6-45D9-B719-B879D65B815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22C-0275-42C9-B12D-D865FFAE66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460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1536" y="0"/>
            <a:ext cx="9960864" cy="987552"/>
          </a:xfrm>
        </p:spPr>
        <p:txBody>
          <a:bodyPr anchor="b">
            <a:normAutofit/>
          </a:bodyPr>
          <a:lstStyle>
            <a:lvl1pPr algn="l">
              <a:defRPr sz="4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4688" y="1371600"/>
            <a:ext cx="6230112" cy="485546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034528" y="1371600"/>
            <a:ext cx="3511296" cy="4873752"/>
          </a:xfrm>
          <a:gradFill>
            <a:gsLst>
              <a:gs pos="0">
                <a:schemeClr val="bg1">
                  <a:lumMod val="95000"/>
                  <a:alpha val="34000"/>
                </a:schemeClr>
              </a:gs>
              <a:gs pos="60000">
                <a:schemeClr val="tx2">
                  <a:lumMod val="20000"/>
                  <a:lumOff val="80000"/>
                  <a:alpha val="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930B-E2B6-45D9-B719-B879D65B815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22C-0275-42C9-B12D-D865FFAE66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332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670560" y="4855464"/>
            <a:ext cx="4291584" cy="777240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algn="ctr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5157216" y="1216152"/>
            <a:ext cx="6169152" cy="4398264"/>
          </a:xfrm>
          <a:solidFill>
            <a:srgbClr val="EAEAEA"/>
          </a:solidFill>
          <a:effectLst>
            <a:outerShdw blurRad="254000" dist="101600" dir="2700000" algn="ctr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560" y="1216152"/>
            <a:ext cx="4291584" cy="3575304"/>
          </a:xfrm>
        </p:spPr>
        <p:txBody>
          <a:bodyPr anchor="b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930B-E2B6-45D9-B719-B879D65B815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22C-0275-42C9-B12D-D865FFAE66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6715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930B-E2B6-45D9-B719-B879D65B815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22C-0275-42C9-B12D-D865FFAE66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61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black">
          <a:xfrm>
            <a:off x="9424416" y="356617"/>
            <a:ext cx="2157984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56617"/>
            <a:ext cx="8534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930B-E2B6-45D9-B719-B879D65B815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22C-0275-42C9-B12D-D865FFAE66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23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6000">
                <a:schemeClr val="bg2">
                  <a:lumMod val="50000"/>
                  <a:alpha val="83000"/>
                </a:schemeClr>
              </a:gs>
              <a:gs pos="26000">
                <a:schemeClr val="bg2">
                  <a:lumMod val="50000"/>
                  <a:alpha val="63000"/>
                </a:schemeClr>
              </a:gs>
              <a:gs pos="50000">
                <a:schemeClr val="bg2">
                  <a:lumMod val="50000"/>
                  <a:alpha val="27000"/>
                </a:schemeClr>
              </a:gs>
              <a:gs pos="100000">
                <a:schemeClr val="bg2">
                  <a:lumMod val="50000"/>
                  <a:alpha val="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black">
          <a:xfrm>
            <a:off x="0" y="0"/>
            <a:ext cx="1621536" cy="98755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white">
          <a:xfrm>
            <a:off x="101600" y="1066800"/>
            <a:ext cx="3454400" cy="1219200"/>
          </a:xfrm>
          <a:prstGeom prst="rect">
            <a:avLst/>
          </a:prstGeom>
          <a:blipFill dpi="0" rotWithShape="1">
            <a:blip r:embed="rId13">
              <a:alphaModFix amt="5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Picture 136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>
            <a:off x="11546538" y="5872450"/>
            <a:ext cx="723900" cy="555625"/>
          </a:xfrm>
          <a:prstGeom prst="rect">
            <a:avLst/>
          </a:prstGeom>
          <a:noFill/>
        </p:spPr>
      </p:pic>
      <p:pic>
        <p:nvPicPr>
          <p:cNvPr id="11" name="Picture 139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 flipH="1" flipV="1">
            <a:off x="203200" y="4724401"/>
            <a:ext cx="567267" cy="434975"/>
          </a:xfrm>
          <a:prstGeom prst="rect">
            <a:avLst/>
          </a:prstGeom>
          <a:noFill/>
        </p:spPr>
      </p:pic>
      <p:pic>
        <p:nvPicPr>
          <p:cNvPr id="12" name="Picture 99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>
            <a:off x="711200" y="152401"/>
            <a:ext cx="922867" cy="708025"/>
          </a:xfrm>
          <a:prstGeom prst="rect">
            <a:avLst/>
          </a:prstGeom>
          <a:noFill/>
        </p:spPr>
      </p:pic>
      <p:cxnSp>
        <p:nvCxnSpPr>
          <p:cNvPr id="13" name="Straight Connector 12"/>
          <p:cNvCxnSpPr/>
          <p:nvPr/>
        </p:nvCxnSpPr>
        <p:spPr bwMode="white">
          <a:xfrm>
            <a:off x="1622595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ltGray">
          <a:xfrm>
            <a:off x="11618976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ltGray">
          <a:xfrm>
            <a:off x="3560064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White">
          <a:xfrm>
            <a:off x="0" y="990600"/>
            <a:ext cx="12192000" cy="1588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White">
          <a:xfrm>
            <a:off x="7717536" y="1069848"/>
            <a:ext cx="4474464" cy="1588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01"/>
          <p:cNvGrpSpPr>
            <a:grpSpLocks/>
          </p:cNvGrpSpPr>
          <p:nvPr/>
        </p:nvGrpSpPr>
        <p:grpSpPr bwMode="ltGray">
          <a:xfrm>
            <a:off x="-82016" y="-103188"/>
            <a:ext cx="5466816" cy="4217988"/>
            <a:chOff x="-80" y="-65"/>
            <a:chExt cx="2624" cy="2631"/>
          </a:xfrm>
          <a:solidFill>
            <a:schemeClr val="bg2">
              <a:lumMod val="20000"/>
              <a:lumOff val="80000"/>
              <a:alpha val="10196"/>
            </a:schemeClr>
          </a:solidFill>
        </p:grpSpPr>
        <p:sp>
          <p:nvSpPr>
            <p:cNvPr id="19" name="Freeform 102"/>
            <p:cNvSpPr>
              <a:spLocks/>
            </p:cNvSpPr>
            <p:nvPr/>
          </p:nvSpPr>
          <p:spPr bwMode="ltGray">
            <a:xfrm>
              <a:off x="1703" y="0"/>
              <a:ext cx="73" cy="34"/>
            </a:xfrm>
            <a:custGeom>
              <a:avLst/>
              <a:gdLst>
                <a:gd name="connsiteX0" fmla="*/ 674 w 711"/>
                <a:gd name="connsiteY0" fmla="*/ 0 h 451"/>
                <a:gd name="connsiteX1" fmla="*/ 711 w 711"/>
                <a:gd name="connsiteY1" fmla="*/ 67 h 451"/>
                <a:gd name="connsiteX2" fmla="*/ 132 w 711"/>
                <a:gd name="connsiteY2" fmla="*/ 401 h 451"/>
                <a:gd name="connsiteX3" fmla="*/ 112 w 711"/>
                <a:gd name="connsiteY3" fmla="*/ 367 h 451"/>
                <a:gd name="connsiteX4" fmla="*/ 94 w 711"/>
                <a:gd name="connsiteY4" fmla="*/ 335 h 451"/>
                <a:gd name="connsiteX5" fmla="*/ 674 w 711"/>
                <a:gd name="connsiteY5" fmla="*/ 0 h 451"/>
                <a:gd name="connsiteX0" fmla="*/ 674 w 711"/>
                <a:gd name="connsiteY0" fmla="*/ 0 h 451"/>
                <a:gd name="connsiteX1" fmla="*/ 711 w 711"/>
                <a:gd name="connsiteY1" fmla="*/ 67 h 451"/>
                <a:gd name="connsiteX2" fmla="*/ 185 w 711"/>
                <a:gd name="connsiteY2" fmla="*/ 369 h 451"/>
                <a:gd name="connsiteX3" fmla="*/ 132 w 711"/>
                <a:gd name="connsiteY3" fmla="*/ 401 h 451"/>
                <a:gd name="connsiteX4" fmla="*/ 112 w 711"/>
                <a:gd name="connsiteY4" fmla="*/ 367 h 451"/>
                <a:gd name="connsiteX5" fmla="*/ 94 w 711"/>
                <a:gd name="connsiteY5" fmla="*/ 335 h 451"/>
                <a:gd name="connsiteX6" fmla="*/ 674 w 711"/>
                <a:gd name="connsiteY6" fmla="*/ 0 h 451"/>
                <a:gd name="connsiteX0" fmla="*/ 674 w 711"/>
                <a:gd name="connsiteY0" fmla="*/ 0 h 401"/>
                <a:gd name="connsiteX1" fmla="*/ 711 w 711"/>
                <a:gd name="connsiteY1" fmla="*/ 67 h 401"/>
                <a:gd name="connsiteX2" fmla="*/ 185 w 711"/>
                <a:gd name="connsiteY2" fmla="*/ 369 h 401"/>
                <a:gd name="connsiteX3" fmla="*/ 132 w 711"/>
                <a:gd name="connsiteY3" fmla="*/ 401 h 401"/>
                <a:gd name="connsiteX4" fmla="*/ 112 w 711"/>
                <a:gd name="connsiteY4" fmla="*/ 367 h 401"/>
                <a:gd name="connsiteX5" fmla="*/ 94 w 711"/>
                <a:gd name="connsiteY5" fmla="*/ 335 h 401"/>
                <a:gd name="connsiteX6" fmla="*/ 674 w 711"/>
                <a:gd name="connsiteY6" fmla="*/ 0 h 401"/>
                <a:gd name="connsiteX0" fmla="*/ 562 w 599"/>
                <a:gd name="connsiteY0" fmla="*/ 0 h 401"/>
                <a:gd name="connsiteX1" fmla="*/ 599 w 599"/>
                <a:gd name="connsiteY1" fmla="*/ 67 h 401"/>
                <a:gd name="connsiteX2" fmla="*/ 73 w 599"/>
                <a:gd name="connsiteY2" fmla="*/ 369 h 401"/>
                <a:gd name="connsiteX3" fmla="*/ 20 w 599"/>
                <a:gd name="connsiteY3" fmla="*/ 401 h 401"/>
                <a:gd name="connsiteX4" fmla="*/ 0 w 599"/>
                <a:gd name="connsiteY4" fmla="*/ 367 h 401"/>
                <a:gd name="connsiteX5" fmla="*/ 562 w 599"/>
                <a:gd name="connsiteY5" fmla="*/ 0 h 401"/>
                <a:gd name="connsiteX0" fmla="*/ 0 w 599"/>
                <a:gd name="connsiteY0" fmla="*/ 300 h 334"/>
                <a:gd name="connsiteX1" fmla="*/ 599 w 599"/>
                <a:gd name="connsiteY1" fmla="*/ 0 h 334"/>
                <a:gd name="connsiteX2" fmla="*/ 73 w 599"/>
                <a:gd name="connsiteY2" fmla="*/ 302 h 334"/>
                <a:gd name="connsiteX3" fmla="*/ 20 w 599"/>
                <a:gd name="connsiteY3" fmla="*/ 334 h 334"/>
                <a:gd name="connsiteX4" fmla="*/ 0 w 599"/>
                <a:gd name="connsiteY4" fmla="*/ 300 h 334"/>
                <a:gd name="connsiteX0" fmla="*/ 0 w 73"/>
                <a:gd name="connsiteY0" fmla="*/ 5 h 39"/>
                <a:gd name="connsiteX1" fmla="*/ 73 w 73"/>
                <a:gd name="connsiteY1" fmla="*/ 7 h 39"/>
                <a:gd name="connsiteX2" fmla="*/ 20 w 73"/>
                <a:gd name="connsiteY2" fmla="*/ 39 h 39"/>
                <a:gd name="connsiteX3" fmla="*/ 0 w 73"/>
                <a:gd name="connsiteY3" fmla="*/ 5 h 39"/>
                <a:gd name="connsiteX0" fmla="*/ 0 w 73"/>
                <a:gd name="connsiteY0" fmla="*/ 0 h 34"/>
                <a:gd name="connsiteX1" fmla="*/ 73 w 73"/>
                <a:gd name="connsiteY1" fmla="*/ 2 h 34"/>
                <a:gd name="connsiteX2" fmla="*/ 20 w 73"/>
                <a:gd name="connsiteY2" fmla="*/ 34 h 34"/>
                <a:gd name="connsiteX3" fmla="*/ 0 w 73"/>
                <a:gd name="connsiteY3" fmla="*/ 0 h 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" h="34">
                  <a:moveTo>
                    <a:pt x="0" y="0"/>
                  </a:moveTo>
                  <a:cubicBezTo>
                    <a:pt x="24" y="1"/>
                    <a:pt x="49" y="1"/>
                    <a:pt x="73" y="2"/>
                  </a:cubicBezTo>
                  <a:lnTo>
                    <a:pt x="20" y="34"/>
                  </a:lnTo>
                  <a:cubicBezTo>
                    <a:pt x="13" y="23"/>
                    <a:pt x="7" y="1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0" name="Freeform 103"/>
            <p:cNvSpPr>
              <a:spLocks/>
            </p:cNvSpPr>
            <p:nvPr/>
          </p:nvSpPr>
          <p:spPr bwMode="ltGray">
            <a:xfrm>
              <a:off x="1739" y="2"/>
              <a:ext cx="314" cy="131"/>
            </a:xfrm>
            <a:custGeom>
              <a:avLst/>
              <a:gdLst>
                <a:gd name="connsiteX0" fmla="*/ 607 w 638"/>
                <a:gd name="connsiteY0" fmla="*/ 0 h 353"/>
                <a:gd name="connsiteX1" fmla="*/ 638 w 638"/>
                <a:gd name="connsiteY1" fmla="*/ 71 h 353"/>
                <a:gd name="connsiteX2" fmla="*/ 33 w 638"/>
                <a:gd name="connsiteY2" fmla="*/ 353 h 353"/>
                <a:gd name="connsiteX3" fmla="*/ 0 w 638"/>
                <a:gd name="connsiteY3" fmla="*/ 284 h 353"/>
                <a:gd name="connsiteX4" fmla="*/ 129 w 638"/>
                <a:gd name="connsiteY4" fmla="*/ 222 h 353"/>
                <a:gd name="connsiteX5" fmla="*/ 607 w 638"/>
                <a:gd name="connsiteY5" fmla="*/ 0 h 353"/>
                <a:gd name="connsiteX0" fmla="*/ 607 w 638"/>
                <a:gd name="connsiteY0" fmla="*/ 0 h 353"/>
                <a:gd name="connsiteX1" fmla="*/ 638 w 638"/>
                <a:gd name="connsiteY1" fmla="*/ 71 h 353"/>
                <a:gd name="connsiteX2" fmla="*/ 314 w 638"/>
                <a:gd name="connsiteY2" fmla="*/ 222 h 353"/>
                <a:gd name="connsiteX3" fmla="*/ 33 w 638"/>
                <a:gd name="connsiteY3" fmla="*/ 353 h 353"/>
                <a:gd name="connsiteX4" fmla="*/ 0 w 638"/>
                <a:gd name="connsiteY4" fmla="*/ 284 h 353"/>
                <a:gd name="connsiteX5" fmla="*/ 129 w 638"/>
                <a:gd name="connsiteY5" fmla="*/ 222 h 353"/>
                <a:gd name="connsiteX6" fmla="*/ 607 w 638"/>
                <a:gd name="connsiteY6" fmla="*/ 0 h 353"/>
                <a:gd name="connsiteX0" fmla="*/ 129 w 638"/>
                <a:gd name="connsiteY0" fmla="*/ 151 h 282"/>
                <a:gd name="connsiteX1" fmla="*/ 638 w 638"/>
                <a:gd name="connsiteY1" fmla="*/ 0 h 282"/>
                <a:gd name="connsiteX2" fmla="*/ 314 w 638"/>
                <a:gd name="connsiteY2" fmla="*/ 151 h 282"/>
                <a:gd name="connsiteX3" fmla="*/ 33 w 638"/>
                <a:gd name="connsiteY3" fmla="*/ 282 h 282"/>
                <a:gd name="connsiteX4" fmla="*/ 0 w 638"/>
                <a:gd name="connsiteY4" fmla="*/ 213 h 282"/>
                <a:gd name="connsiteX5" fmla="*/ 129 w 638"/>
                <a:gd name="connsiteY5" fmla="*/ 151 h 282"/>
                <a:gd name="connsiteX0" fmla="*/ 129 w 314"/>
                <a:gd name="connsiteY0" fmla="*/ 0 h 131"/>
                <a:gd name="connsiteX1" fmla="*/ 314 w 314"/>
                <a:gd name="connsiteY1" fmla="*/ 0 h 131"/>
                <a:gd name="connsiteX2" fmla="*/ 33 w 314"/>
                <a:gd name="connsiteY2" fmla="*/ 131 h 131"/>
                <a:gd name="connsiteX3" fmla="*/ 0 w 314"/>
                <a:gd name="connsiteY3" fmla="*/ 62 h 131"/>
                <a:gd name="connsiteX4" fmla="*/ 129 w 314"/>
                <a:gd name="connsiteY4" fmla="*/ 0 h 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" h="131">
                  <a:moveTo>
                    <a:pt x="129" y="0"/>
                  </a:moveTo>
                  <a:lnTo>
                    <a:pt x="314" y="0"/>
                  </a:lnTo>
                  <a:lnTo>
                    <a:pt x="33" y="131"/>
                  </a:lnTo>
                  <a:lnTo>
                    <a:pt x="0" y="62"/>
                  </a:lnTo>
                  <a:lnTo>
                    <a:pt x="1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1" name="Freeform 104"/>
            <p:cNvSpPr>
              <a:spLocks/>
            </p:cNvSpPr>
            <p:nvPr/>
          </p:nvSpPr>
          <p:spPr bwMode="ltGray">
            <a:xfrm>
              <a:off x="1785" y="-65"/>
              <a:ext cx="654" cy="301"/>
            </a:xfrm>
            <a:custGeom>
              <a:avLst/>
              <a:gdLst/>
              <a:ahLst/>
              <a:cxnLst>
                <a:cxn ang="0">
                  <a:pos x="629" y="0"/>
                </a:cxn>
                <a:cxn ang="0">
                  <a:pos x="654" y="73"/>
                </a:cxn>
                <a:cxn ang="0">
                  <a:pos x="26" y="301"/>
                </a:cxn>
                <a:cxn ang="0">
                  <a:pos x="0" y="229"/>
                </a:cxn>
                <a:cxn ang="0">
                  <a:pos x="629" y="0"/>
                </a:cxn>
              </a:cxnLst>
              <a:rect l="0" t="0" r="r" b="b"/>
              <a:pathLst>
                <a:path w="654" h="301">
                  <a:moveTo>
                    <a:pt x="629" y="0"/>
                  </a:moveTo>
                  <a:lnTo>
                    <a:pt x="654" y="73"/>
                  </a:lnTo>
                  <a:lnTo>
                    <a:pt x="26" y="301"/>
                  </a:lnTo>
                  <a:lnTo>
                    <a:pt x="0" y="229"/>
                  </a:lnTo>
                  <a:lnTo>
                    <a:pt x="6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2" name="Freeform 105"/>
            <p:cNvSpPr>
              <a:spLocks/>
            </p:cNvSpPr>
            <p:nvPr/>
          </p:nvSpPr>
          <p:spPr bwMode="ltGray">
            <a:xfrm>
              <a:off x="1821" y="94"/>
              <a:ext cx="666" cy="248"/>
            </a:xfrm>
            <a:custGeom>
              <a:avLst/>
              <a:gdLst/>
              <a:ahLst/>
              <a:cxnLst>
                <a:cxn ang="0">
                  <a:pos x="647" y="0"/>
                </a:cxn>
                <a:cxn ang="0">
                  <a:pos x="666" y="75"/>
                </a:cxn>
                <a:cxn ang="0">
                  <a:pos x="20" y="248"/>
                </a:cxn>
                <a:cxn ang="0">
                  <a:pos x="0" y="174"/>
                </a:cxn>
                <a:cxn ang="0">
                  <a:pos x="647" y="0"/>
                </a:cxn>
              </a:cxnLst>
              <a:rect l="0" t="0" r="r" b="b"/>
              <a:pathLst>
                <a:path w="666" h="248">
                  <a:moveTo>
                    <a:pt x="647" y="0"/>
                  </a:moveTo>
                  <a:lnTo>
                    <a:pt x="666" y="75"/>
                  </a:lnTo>
                  <a:lnTo>
                    <a:pt x="20" y="248"/>
                  </a:lnTo>
                  <a:lnTo>
                    <a:pt x="0" y="174"/>
                  </a:lnTo>
                  <a:lnTo>
                    <a:pt x="6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Freeform 106"/>
            <p:cNvSpPr>
              <a:spLocks/>
            </p:cNvSpPr>
            <p:nvPr/>
          </p:nvSpPr>
          <p:spPr bwMode="ltGray">
            <a:xfrm>
              <a:off x="1848" y="258"/>
              <a:ext cx="673" cy="192"/>
            </a:xfrm>
            <a:custGeom>
              <a:avLst/>
              <a:gdLst/>
              <a:ahLst/>
              <a:cxnLst>
                <a:cxn ang="0">
                  <a:pos x="659" y="0"/>
                </a:cxn>
                <a:cxn ang="0">
                  <a:pos x="673" y="76"/>
                </a:cxn>
                <a:cxn ang="0">
                  <a:pos x="14" y="192"/>
                </a:cxn>
                <a:cxn ang="0">
                  <a:pos x="0" y="116"/>
                </a:cxn>
                <a:cxn ang="0">
                  <a:pos x="659" y="0"/>
                </a:cxn>
              </a:cxnLst>
              <a:rect l="0" t="0" r="r" b="b"/>
              <a:pathLst>
                <a:path w="673" h="192">
                  <a:moveTo>
                    <a:pt x="659" y="0"/>
                  </a:moveTo>
                  <a:lnTo>
                    <a:pt x="673" y="76"/>
                  </a:lnTo>
                  <a:lnTo>
                    <a:pt x="14" y="192"/>
                  </a:lnTo>
                  <a:lnTo>
                    <a:pt x="0" y="116"/>
                  </a:lnTo>
                  <a:lnTo>
                    <a:pt x="6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Freeform 107"/>
            <p:cNvSpPr>
              <a:spLocks/>
            </p:cNvSpPr>
            <p:nvPr/>
          </p:nvSpPr>
          <p:spPr bwMode="ltGray">
            <a:xfrm>
              <a:off x="1867" y="424"/>
              <a:ext cx="673" cy="136"/>
            </a:xfrm>
            <a:custGeom>
              <a:avLst/>
              <a:gdLst/>
              <a:ahLst/>
              <a:cxnLst>
                <a:cxn ang="0">
                  <a:pos x="666" y="0"/>
                </a:cxn>
                <a:cxn ang="0">
                  <a:pos x="673" y="78"/>
                </a:cxn>
                <a:cxn ang="0">
                  <a:pos x="6" y="136"/>
                </a:cxn>
                <a:cxn ang="0">
                  <a:pos x="0" y="59"/>
                </a:cxn>
                <a:cxn ang="0">
                  <a:pos x="666" y="0"/>
                </a:cxn>
              </a:cxnLst>
              <a:rect l="0" t="0" r="r" b="b"/>
              <a:pathLst>
                <a:path w="673" h="136">
                  <a:moveTo>
                    <a:pt x="666" y="0"/>
                  </a:moveTo>
                  <a:lnTo>
                    <a:pt x="673" y="78"/>
                  </a:lnTo>
                  <a:lnTo>
                    <a:pt x="6" y="136"/>
                  </a:lnTo>
                  <a:lnTo>
                    <a:pt x="0" y="59"/>
                  </a:lnTo>
                  <a:lnTo>
                    <a:pt x="6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Rectangle 108"/>
            <p:cNvSpPr>
              <a:spLocks noChangeArrowheads="1"/>
            </p:cNvSpPr>
            <p:nvPr/>
          </p:nvSpPr>
          <p:spPr bwMode="ltGray">
            <a:xfrm>
              <a:off x="1875" y="593"/>
              <a:ext cx="669" cy="77"/>
            </a:xfrm>
            <a:prstGeom prst="rect">
              <a:avLst/>
            </a:prstGeom>
            <a:grpFill/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Freeform 109"/>
            <p:cNvSpPr>
              <a:spLocks/>
            </p:cNvSpPr>
            <p:nvPr/>
          </p:nvSpPr>
          <p:spPr bwMode="ltGray">
            <a:xfrm>
              <a:off x="1867" y="703"/>
              <a:ext cx="673" cy="13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673" y="59"/>
                </a:cxn>
                <a:cxn ang="0">
                  <a:pos x="667" y="135"/>
                </a:cxn>
                <a:cxn ang="0">
                  <a:pos x="0" y="76"/>
                </a:cxn>
                <a:cxn ang="0">
                  <a:pos x="7" y="0"/>
                </a:cxn>
              </a:cxnLst>
              <a:rect l="0" t="0" r="r" b="b"/>
              <a:pathLst>
                <a:path w="673" h="135">
                  <a:moveTo>
                    <a:pt x="7" y="0"/>
                  </a:moveTo>
                  <a:lnTo>
                    <a:pt x="673" y="59"/>
                  </a:lnTo>
                  <a:lnTo>
                    <a:pt x="667" y="135"/>
                  </a:lnTo>
                  <a:lnTo>
                    <a:pt x="0" y="76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7" name="Freeform 110"/>
            <p:cNvSpPr>
              <a:spLocks/>
            </p:cNvSpPr>
            <p:nvPr/>
          </p:nvSpPr>
          <p:spPr bwMode="ltGray">
            <a:xfrm>
              <a:off x="1849" y="813"/>
              <a:ext cx="674" cy="192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674" y="116"/>
                </a:cxn>
                <a:cxn ang="0">
                  <a:pos x="660" y="192"/>
                </a:cxn>
                <a:cxn ang="0">
                  <a:pos x="0" y="75"/>
                </a:cxn>
                <a:cxn ang="0">
                  <a:pos x="14" y="0"/>
                </a:cxn>
              </a:cxnLst>
              <a:rect l="0" t="0" r="r" b="b"/>
              <a:pathLst>
                <a:path w="674" h="192">
                  <a:moveTo>
                    <a:pt x="14" y="0"/>
                  </a:moveTo>
                  <a:lnTo>
                    <a:pt x="674" y="116"/>
                  </a:lnTo>
                  <a:lnTo>
                    <a:pt x="660" y="192"/>
                  </a:lnTo>
                  <a:lnTo>
                    <a:pt x="0" y="75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8" name="Freeform 111"/>
            <p:cNvSpPr>
              <a:spLocks/>
            </p:cNvSpPr>
            <p:nvPr/>
          </p:nvSpPr>
          <p:spPr bwMode="ltGray">
            <a:xfrm>
              <a:off x="1822" y="921"/>
              <a:ext cx="667" cy="247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667" y="173"/>
                </a:cxn>
                <a:cxn ang="0">
                  <a:pos x="647" y="247"/>
                </a:cxn>
                <a:cxn ang="0">
                  <a:pos x="0" y="74"/>
                </a:cxn>
                <a:cxn ang="0">
                  <a:pos x="20" y="0"/>
                </a:cxn>
              </a:cxnLst>
              <a:rect l="0" t="0" r="r" b="b"/>
              <a:pathLst>
                <a:path w="667" h="247">
                  <a:moveTo>
                    <a:pt x="20" y="0"/>
                  </a:moveTo>
                  <a:lnTo>
                    <a:pt x="667" y="173"/>
                  </a:lnTo>
                  <a:lnTo>
                    <a:pt x="647" y="247"/>
                  </a:lnTo>
                  <a:lnTo>
                    <a:pt x="0" y="74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9" name="Freeform 112"/>
            <p:cNvSpPr>
              <a:spLocks/>
            </p:cNvSpPr>
            <p:nvPr/>
          </p:nvSpPr>
          <p:spPr bwMode="ltGray">
            <a:xfrm>
              <a:off x="1787" y="1027"/>
              <a:ext cx="655" cy="301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655" y="229"/>
                </a:cxn>
                <a:cxn ang="0">
                  <a:pos x="629" y="301"/>
                </a:cxn>
                <a:cxn ang="0">
                  <a:pos x="0" y="72"/>
                </a:cxn>
                <a:cxn ang="0">
                  <a:pos x="26" y="0"/>
                </a:cxn>
              </a:cxnLst>
              <a:rect l="0" t="0" r="r" b="b"/>
              <a:pathLst>
                <a:path w="655" h="301">
                  <a:moveTo>
                    <a:pt x="26" y="0"/>
                  </a:moveTo>
                  <a:lnTo>
                    <a:pt x="655" y="229"/>
                  </a:lnTo>
                  <a:lnTo>
                    <a:pt x="629" y="301"/>
                  </a:lnTo>
                  <a:lnTo>
                    <a:pt x="0" y="72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" name="Freeform 113"/>
            <p:cNvSpPr>
              <a:spLocks/>
            </p:cNvSpPr>
            <p:nvPr/>
          </p:nvSpPr>
          <p:spPr bwMode="ltGray">
            <a:xfrm>
              <a:off x="1742" y="1130"/>
              <a:ext cx="639" cy="353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639" y="283"/>
                </a:cxn>
                <a:cxn ang="0">
                  <a:pos x="606" y="353"/>
                </a:cxn>
                <a:cxn ang="0">
                  <a:pos x="0" y="70"/>
                </a:cxn>
                <a:cxn ang="0">
                  <a:pos x="32" y="0"/>
                </a:cxn>
              </a:cxnLst>
              <a:rect l="0" t="0" r="r" b="b"/>
              <a:pathLst>
                <a:path w="639" h="353">
                  <a:moveTo>
                    <a:pt x="32" y="0"/>
                  </a:moveTo>
                  <a:lnTo>
                    <a:pt x="639" y="283"/>
                  </a:lnTo>
                  <a:lnTo>
                    <a:pt x="606" y="353"/>
                  </a:lnTo>
                  <a:lnTo>
                    <a:pt x="0" y="7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1" name="Freeform 114"/>
            <p:cNvSpPr>
              <a:spLocks/>
            </p:cNvSpPr>
            <p:nvPr/>
          </p:nvSpPr>
          <p:spPr bwMode="ltGray">
            <a:xfrm>
              <a:off x="1689" y="1230"/>
              <a:ext cx="617" cy="400"/>
            </a:xfrm>
            <a:custGeom>
              <a:avLst/>
              <a:gdLst/>
              <a:ahLst/>
              <a:cxnLst>
                <a:cxn ang="0">
                  <a:pos x="37" y="0"/>
                </a:cxn>
                <a:cxn ang="0">
                  <a:pos x="617" y="334"/>
                </a:cxn>
                <a:cxn ang="0">
                  <a:pos x="579" y="400"/>
                </a:cxn>
                <a:cxn ang="0">
                  <a:pos x="0" y="66"/>
                </a:cxn>
                <a:cxn ang="0">
                  <a:pos x="37" y="0"/>
                </a:cxn>
              </a:cxnLst>
              <a:rect l="0" t="0" r="r" b="b"/>
              <a:pathLst>
                <a:path w="617" h="400">
                  <a:moveTo>
                    <a:pt x="37" y="0"/>
                  </a:moveTo>
                  <a:lnTo>
                    <a:pt x="617" y="334"/>
                  </a:lnTo>
                  <a:lnTo>
                    <a:pt x="579" y="400"/>
                  </a:lnTo>
                  <a:lnTo>
                    <a:pt x="0" y="66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2" name="Freeform 115"/>
            <p:cNvSpPr>
              <a:spLocks/>
            </p:cNvSpPr>
            <p:nvPr/>
          </p:nvSpPr>
          <p:spPr bwMode="ltGray">
            <a:xfrm>
              <a:off x="1627" y="1325"/>
              <a:ext cx="592" cy="446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592" y="383"/>
                </a:cxn>
                <a:cxn ang="0">
                  <a:pos x="548" y="446"/>
                </a:cxn>
                <a:cxn ang="0">
                  <a:pos x="0" y="62"/>
                </a:cxn>
                <a:cxn ang="0">
                  <a:pos x="44" y="0"/>
                </a:cxn>
              </a:cxnLst>
              <a:rect l="0" t="0" r="r" b="b"/>
              <a:pathLst>
                <a:path w="592" h="446">
                  <a:moveTo>
                    <a:pt x="44" y="0"/>
                  </a:moveTo>
                  <a:lnTo>
                    <a:pt x="592" y="383"/>
                  </a:lnTo>
                  <a:lnTo>
                    <a:pt x="548" y="446"/>
                  </a:lnTo>
                  <a:lnTo>
                    <a:pt x="0" y="62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3" name="Freeform 116"/>
            <p:cNvSpPr>
              <a:spLocks/>
            </p:cNvSpPr>
            <p:nvPr/>
          </p:nvSpPr>
          <p:spPr bwMode="ltGray">
            <a:xfrm>
              <a:off x="1558" y="1414"/>
              <a:ext cx="562" cy="489"/>
            </a:xfrm>
            <a:custGeom>
              <a:avLst/>
              <a:gdLst/>
              <a:ahLst/>
              <a:cxnLst>
                <a:cxn ang="0">
                  <a:pos x="49" y="0"/>
                </a:cxn>
                <a:cxn ang="0">
                  <a:pos x="562" y="430"/>
                </a:cxn>
                <a:cxn ang="0">
                  <a:pos x="511" y="489"/>
                </a:cxn>
                <a:cxn ang="0">
                  <a:pos x="0" y="58"/>
                </a:cxn>
                <a:cxn ang="0">
                  <a:pos x="49" y="0"/>
                </a:cxn>
              </a:cxnLst>
              <a:rect l="0" t="0" r="r" b="b"/>
              <a:pathLst>
                <a:path w="562" h="489">
                  <a:moveTo>
                    <a:pt x="49" y="0"/>
                  </a:moveTo>
                  <a:lnTo>
                    <a:pt x="562" y="430"/>
                  </a:lnTo>
                  <a:lnTo>
                    <a:pt x="511" y="489"/>
                  </a:lnTo>
                  <a:lnTo>
                    <a:pt x="0" y="58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4" name="Freeform 117"/>
            <p:cNvSpPr>
              <a:spLocks/>
            </p:cNvSpPr>
            <p:nvPr/>
          </p:nvSpPr>
          <p:spPr bwMode="ltGray">
            <a:xfrm>
              <a:off x="1480" y="1498"/>
              <a:ext cx="529" cy="527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529" y="473"/>
                </a:cxn>
                <a:cxn ang="0">
                  <a:pos x="474" y="527"/>
                </a:cxn>
                <a:cxn ang="0">
                  <a:pos x="0" y="54"/>
                </a:cxn>
                <a:cxn ang="0">
                  <a:pos x="56" y="0"/>
                </a:cxn>
              </a:cxnLst>
              <a:rect l="0" t="0" r="r" b="b"/>
              <a:pathLst>
                <a:path w="529" h="527">
                  <a:moveTo>
                    <a:pt x="56" y="0"/>
                  </a:moveTo>
                  <a:lnTo>
                    <a:pt x="529" y="473"/>
                  </a:lnTo>
                  <a:lnTo>
                    <a:pt x="474" y="527"/>
                  </a:lnTo>
                  <a:lnTo>
                    <a:pt x="0" y="54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" name="Freeform 118"/>
            <p:cNvSpPr>
              <a:spLocks/>
            </p:cNvSpPr>
            <p:nvPr/>
          </p:nvSpPr>
          <p:spPr bwMode="ltGray">
            <a:xfrm>
              <a:off x="1397" y="1574"/>
              <a:ext cx="490" cy="562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490" y="513"/>
                </a:cxn>
                <a:cxn ang="0">
                  <a:pos x="430" y="562"/>
                </a:cxn>
                <a:cxn ang="0">
                  <a:pos x="0" y="51"/>
                </a:cxn>
                <a:cxn ang="0">
                  <a:pos x="59" y="0"/>
                </a:cxn>
              </a:cxnLst>
              <a:rect l="0" t="0" r="r" b="b"/>
              <a:pathLst>
                <a:path w="490" h="562">
                  <a:moveTo>
                    <a:pt x="59" y="0"/>
                  </a:moveTo>
                  <a:lnTo>
                    <a:pt x="490" y="513"/>
                  </a:lnTo>
                  <a:lnTo>
                    <a:pt x="430" y="562"/>
                  </a:lnTo>
                  <a:lnTo>
                    <a:pt x="0" y="51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6" name="Freeform 119"/>
            <p:cNvSpPr>
              <a:spLocks/>
            </p:cNvSpPr>
            <p:nvPr/>
          </p:nvSpPr>
          <p:spPr bwMode="ltGray">
            <a:xfrm>
              <a:off x="1308" y="1644"/>
              <a:ext cx="446" cy="593"/>
            </a:xfrm>
            <a:custGeom>
              <a:avLst/>
              <a:gdLst/>
              <a:ahLst/>
              <a:cxnLst>
                <a:cxn ang="0">
                  <a:pos x="64" y="0"/>
                </a:cxn>
                <a:cxn ang="0">
                  <a:pos x="446" y="548"/>
                </a:cxn>
                <a:cxn ang="0">
                  <a:pos x="384" y="593"/>
                </a:cxn>
                <a:cxn ang="0">
                  <a:pos x="0" y="45"/>
                </a:cxn>
                <a:cxn ang="0">
                  <a:pos x="64" y="0"/>
                </a:cxn>
              </a:cxnLst>
              <a:rect l="0" t="0" r="r" b="b"/>
              <a:pathLst>
                <a:path w="446" h="593">
                  <a:moveTo>
                    <a:pt x="64" y="0"/>
                  </a:moveTo>
                  <a:lnTo>
                    <a:pt x="446" y="548"/>
                  </a:lnTo>
                  <a:lnTo>
                    <a:pt x="384" y="593"/>
                  </a:lnTo>
                  <a:lnTo>
                    <a:pt x="0" y="45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7" name="Freeform 120"/>
            <p:cNvSpPr>
              <a:spLocks/>
            </p:cNvSpPr>
            <p:nvPr/>
          </p:nvSpPr>
          <p:spPr bwMode="ltGray">
            <a:xfrm>
              <a:off x="1214" y="1707"/>
              <a:ext cx="401" cy="618"/>
            </a:xfrm>
            <a:custGeom>
              <a:avLst/>
              <a:gdLst/>
              <a:ahLst/>
              <a:cxnLst>
                <a:cxn ang="0">
                  <a:pos x="66" y="0"/>
                </a:cxn>
                <a:cxn ang="0">
                  <a:pos x="401" y="579"/>
                </a:cxn>
                <a:cxn ang="0">
                  <a:pos x="334" y="618"/>
                </a:cxn>
                <a:cxn ang="0">
                  <a:pos x="0" y="38"/>
                </a:cxn>
                <a:cxn ang="0">
                  <a:pos x="66" y="0"/>
                </a:cxn>
              </a:cxnLst>
              <a:rect l="0" t="0" r="r" b="b"/>
              <a:pathLst>
                <a:path w="401" h="618">
                  <a:moveTo>
                    <a:pt x="66" y="0"/>
                  </a:moveTo>
                  <a:lnTo>
                    <a:pt x="401" y="579"/>
                  </a:lnTo>
                  <a:lnTo>
                    <a:pt x="334" y="618"/>
                  </a:lnTo>
                  <a:lnTo>
                    <a:pt x="0" y="38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8" name="Freeform 121"/>
            <p:cNvSpPr>
              <a:spLocks/>
            </p:cNvSpPr>
            <p:nvPr/>
          </p:nvSpPr>
          <p:spPr bwMode="ltGray">
            <a:xfrm>
              <a:off x="1115" y="1760"/>
              <a:ext cx="353" cy="640"/>
            </a:xfrm>
            <a:custGeom>
              <a:avLst/>
              <a:gdLst/>
              <a:ahLst/>
              <a:cxnLst>
                <a:cxn ang="0">
                  <a:pos x="69" y="0"/>
                </a:cxn>
                <a:cxn ang="0">
                  <a:pos x="353" y="607"/>
                </a:cxn>
                <a:cxn ang="0">
                  <a:pos x="282" y="640"/>
                </a:cxn>
                <a:cxn ang="0">
                  <a:pos x="0" y="33"/>
                </a:cxn>
                <a:cxn ang="0">
                  <a:pos x="69" y="0"/>
                </a:cxn>
              </a:cxnLst>
              <a:rect l="0" t="0" r="r" b="b"/>
              <a:pathLst>
                <a:path w="353" h="640">
                  <a:moveTo>
                    <a:pt x="69" y="0"/>
                  </a:moveTo>
                  <a:lnTo>
                    <a:pt x="353" y="607"/>
                  </a:lnTo>
                  <a:lnTo>
                    <a:pt x="282" y="640"/>
                  </a:lnTo>
                  <a:lnTo>
                    <a:pt x="0" y="3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9" name="Freeform 122"/>
            <p:cNvSpPr>
              <a:spLocks/>
            </p:cNvSpPr>
            <p:nvPr/>
          </p:nvSpPr>
          <p:spPr bwMode="ltGray">
            <a:xfrm>
              <a:off x="1012" y="1806"/>
              <a:ext cx="301" cy="656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301" y="629"/>
                </a:cxn>
                <a:cxn ang="0">
                  <a:pos x="228" y="656"/>
                </a:cxn>
                <a:cxn ang="0">
                  <a:pos x="0" y="27"/>
                </a:cxn>
                <a:cxn ang="0">
                  <a:pos x="72" y="0"/>
                </a:cxn>
              </a:cxnLst>
              <a:rect l="0" t="0" r="r" b="b"/>
              <a:pathLst>
                <a:path w="301" h="656">
                  <a:moveTo>
                    <a:pt x="72" y="0"/>
                  </a:moveTo>
                  <a:lnTo>
                    <a:pt x="301" y="629"/>
                  </a:lnTo>
                  <a:lnTo>
                    <a:pt x="228" y="656"/>
                  </a:lnTo>
                  <a:lnTo>
                    <a:pt x="0" y="27"/>
                  </a:lnTo>
                  <a:lnTo>
                    <a:pt x="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0" name="Freeform 123"/>
            <p:cNvSpPr>
              <a:spLocks/>
            </p:cNvSpPr>
            <p:nvPr/>
          </p:nvSpPr>
          <p:spPr bwMode="ltGray">
            <a:xfrm>
              <a:off x="906" y="1844"/>
              <a:ext cx="248" cy="666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248" y="646"/>
                </a:cxn>
                <a:cxn ang="0">
                  <a:pos x="173" y="666"/>
                </a:cxn>
                <a:cxn ang="0">
                  <a:pos x="0" y="18"/>
                </a:cxn>
                <a:cxn ang="0">
                  <a:pos x="74" y="0"/>
                </a:cxn>
              </a:cxnLst>
              <a:rect l="0" t="0" r="r" b="b"/>
              <a:pathLst>
                <a:path w="248" h="666">
                  <a:moveTo>
                    <a:pt x="74" y="0"/>
                  </a:moveTo>
                  <a:lnTo>
                    <a:pt x="248" y="646"/>
                  </a:lnTo>
                  <a:lnTo>
                    <a:pt x="173" y="666"/>
                  </a:lnTo>
                  <a:lnTo>
                    <a:pt x="0" y="18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1" name="Freeform 124"/>
            <p:cNvSpPr>
              <a:spLocks/>
            </p:cNvSpPr>
            <p:nvPr/>
          </p:nvSpPr>
          <p:spPr bwMode="ltGray">
            <a:xfrm>
              <a:off x="798" y="1870"/>
              <a:ext cx="192" cy="67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192" y="660"/>
                </a:cxn>
                <a:cxn ang="0">
                  <a:pos x="116" y="673"/>
                </a:cxn>
                <a:cxn ang="0">
                  <a:pos x="0" y="13"/>
                </a:cxn>
                <a:cxn ang="0">
                  <a:pos x="76" y="0"/>
                </a:cxn>
              </a:cxnLst>
              <a:rect l="0" t="0" r="r" b="b"/>
              <a:pathLst>
                <a:path w="192" h="673">
                  <a:moveTo>
                    <a:pt x="76" y="0"/>
                  </a:moveTo>
                  <a:lnTo>
                    <a:pt x="192" y="660"/>
                  </a:lnTo>
                  <a:lnTo>
                    <a:pt x="116" y="673"/>
                  </a:lnTo>
                  <a:lnTo>
                    <a:pt x="0" y="13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2" name="Freeform 125"/>
            <p:cNvSpPr>
              <a:spLocks/>
            </p:cNvSpPr>
            <p:nvPr/>
          </p:nvSpPr>
          <p:spPr bwMode="ltGray">
            <a:xfrm>
              <a:off x="688" y="1888"/>
              <a:ext cx="136" cy="673"/>
            </a:xfrm>
            <a:custGeom>
              <a:avLst/>
              <a:gdLst/>
              <a:ahLst/>
              <a:cxnLst>
                <a:cxn ang="0">
                  <a:pos x="77" y="0"/>
                </a:cxn>
                <a:cxn ang="0">
                  <a:pos x="136" y="667"/>
                </a:cxn>
                <a:cxn ang="0">
                  <a:pos x="58" y="673"/>
                </a:cxn>
                <a:cxn ang="0">
                  <a:pos x="0" y="7"/>
                </a:cxn>
                <a:cxn ang="0">
                  <a:pos x="77" y="0"/>
                </a:cxn>
              </a:cxnLst>
              <a:rect l="0" t="0" r="r" b="b"/>
              <a:pathLst>
                <a:path w="136" h="673">
                  <a:moveTo>
                    <a:pt x="77" y="0"/>
                  </a:moveTo>
                  <a:lnTo>
                    <a:pt x="136" y="667"/>
                  </a:lnTo>
                  <a:lnTo>
                    <a:pt x="58" y="673"/>
                  </a:lnTo>
                  <a:lnTo>
                    <a:pt x="0" y="7"/>
                  </a:lnTo>
                  <a:lnTo>
                    <a:pt x="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3" name="Rectangle 126"/>
            <p:cNvSpPr>
              <a:spLocks noChangeArrowheads="1"/>
            </p:cNvSpPr>
            <p:nvPr/>
          </p:nvSpPr>
          <p:spPr bwMode="ltGray">
            <a:xfrm>
              <a:off x="578" y="1896"/>
              <a:ext cx="77" cy="670"/>
            </a:xfrm>
            <a:prstGeom prst="rect">
              <a:avLst/>
            </a:prstGeom>
            <a:grpFill/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4" name="Freeform 127"/>
            <p:cNvSpPr>
              <a:spLocks/>
            </p:cNvSpPr>
            <p:nvPr/>
          </p:nvSpPr>
          <p:spPr bwMode="ltGray">
            <a:xfrm>
              <a:off x="410" y="1889"/>
              <a:ext cx="135" cy="673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135" y="7"/>
                </a:cxn>
                <a:cxn ang="0">
                  <a:pos x="76" y="673"/>
                </a:cxn>
                <a:cxn ang="0">
                  <a:pos x="0" y="666"/>
                </a:cxn>
                <a:cxn ang="0">
                  <a:pos x="59" y="0"/>
                </a:cxn>
              </a:cxnLst>
              <a:rect l="0" t="0" r="r" b="b"/>
              <a:pathLst>
                <a:path w="135" h="673">
                  <a:moveTo>
                    <a:pt x="59" y="0"/>
                  </a:moveTo>
                  <a:lnTo>
                    <a:pt x="135" y="7"/>
                  </a:lnTo>
                  <a:lnTo>
                    <a:pt x="76" y="673"/>
                  </a:lnTo>
                  <a:lnTo>
                    <a:pt x="0" y="666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5" name="Freeform 128"/>
            <p:cNvSpPr>
              <a:spLocks/>
            </p:cNvSpPr>
            <p:nvPr/>
          </p:nvSpPr>
          <p:spPr bwMode="ltGray">
            <a:xfrm>
              <a:off x="243" y="1872"/>
              <a:ext cx="192" cy="672"/>
            </a:xfrm>
            <a:custGeom>
              <a:avLst/>
              <a:gdLst/>
              <a:ahLst/>
              <a:cxnLst>
                <a:cxn ang="0">
                  <a:pos x="117" y="0"/>
                </a:cxn>
                <a:cxn ang="0">
                  <a:pos x="192" y="13"/>
                </a:cxn>
                <a:cxn ang="0">
                  <a:pos x="76" y="672"/>
                </a:cxn>
                <a:cxn ang="0">
                  <a:pos x="0" y="659"/>
                </a:cxn>
                <a:cxn ang="0">
                  <a:pos x="117" y="0"/>
                </a:cxn>
              </a:cxnLst>
              <a:rect l="0" t="0" r="r" b="b"/>
              <a:pathLst>
                <a:path w="192" h="672">
                  <a:moveTo>
                    <a:pt x="117" y="0"/>
                  </a:moveTo>
                  <a:lnTo>
                    <a:pt x="192" y="13"/>
                  </a:lnTo>
                  <a:lnTo>
                    <a:pt x="76" y="672"/>
                  </a:lnTo>
                  <a:lnTo>
                    <a:pt x="0" y="659"/>
                  </a:lnTo>
                  <a:lnTo>
                    <a:pt x="1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6" name="Freeform 129"/>
            <p:cNvSpPr>
              <a:spLocks/>
            </p:cNvSpPr>
            <p:nvPr/>
          </p:nvSpPr>
          <p:spPr bwMode="ltGray">
            <a:xfrm>
              <a:off x="80" y="1845"/>
              <a:ext cx="247" cy="666"/>
            </a:xfrm>
            <a:custGeom>
              <a:avLst/>
              <a:gdLst/>
              <a:ahLst/>
              <a:cxnLst>
                <a:cxn ang="0">
                  <a:pos x="172" y="0"/>
                </a:cxn>
                <a:cxn ang="0">
                  <a:pos x="247" y="20"/>
                </a:cxn>
                <a:cxn ang="0">
                  <a:pos x="74" y="666"/>
                </a:cxn>
                <a:cxn ang="0">
                  <a:pos x="0" y="646"/>
                </a:cxn>
                <a:cxn ang="0">
                  <a:pos x="172" y="0"/>
                </a:cxn>
              </a:cxnLst>
              <a:rect l="0" t="0" r="r" b="b"/>
              <a:pathLst>
                <a:path w="247" h="666">
                  <a:moveTo>
                    <a:pt x="172" y="0"/>
                  </a:moveTo>
                  <a:lnTo>
                    <a:pt x="247" y="20"/>
                  </a:lnTo>
                  <a:lnTo>
                    <a:pt x="74" y="666"/>
                  </a:lnTo>
                  <a:lnTo>
                    <a:pt x="0" y="646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7" name="Freeform 130"/>
            <p:cNvSpPr>
              <a:spLocks/>
            </p:cNvSpPr>
            <p:nvPr/>
          </p:nvSpPr>
          <p:spPr bwMode="ltGray">
            <a:xfrm>
              <a:off x="-80" y="1808"/>
              <a:ext cx="301" cy="656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301" y="27"/>
                </a:cxn>
                <a:cxn ang="0">
                  <a:pos x="72" y="656"/>
                </a:cxn>
                <a:cxn ang="0">
                  <a:pos x="0" y="629"/>
                </a:cxn>
                <a:cxn ang="0">
                  <a:pos x="229" y="0"/>
                </a:cxn>
              </a:cxnLst>
              <a:rect l="0" t="0" r="r" b="b"/>
              <a:pathLst>
                <a:path w="301" h="656">
                  <a:moveTo>
                    <a:pt x="229" y="0"/>
                  </a:moveTo>
                  <a:lnTo>
                    <a:pt x="301" y="27"/>
                  </a:lnTo>
                  <a:lnTo>
                    <a:pt x="72" y="656"/>
                  </a:lnTo>
                  <a:lnTo>
                    <a:pt x="0" y="629"/>
                  </a:lnTo>
                  <a:lnTo>
                    <a:pt x="2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8" name="Freeform 131"/>
            <p:cNvSpPr>
              <a:spLocks/>
            </p:cNvSpPr>
            <p:nvPr/>
          </p:nvSpPr>
          <p:spPr bwMode="ltGray">
            <a:xfrm>
              <a:off x="-42" y="1764"/>
              <a:ext cx="160" cy="377"/>
            </a:xfrm>
            <a:custGeom>
              <a:avLst/>
              <a:gdLst>
                <a:gd name="connsiteX0" fmla="*/ 283 w 353"/>
                <a:gd name="connsiteY0" fmla="*/ 0 h 639"/>
                <a:gd name="connsiteX1" fmla="*/ 353 w 353"/>
                <a:gd name="connsiteY1" fmla="*/ 33 h 639"/>
                <a:gd name="connsiteX2" fmla="*/ 70 w 353"/>
                <a:gd name="connsiteY2" fmla="*/ 639 h 639"/>
                <a:gd name="connsiteX3" fmla="*/ 0 w 353"/>
                <a:gd name="connsiteY3" fmla="*/ 606 h 639"/>
                <a:gd name="connsiteX4" fmla="*/ 193 w 353"/>
                <a:gd name="connsiteY4" fmla="*/ 193 h 639"/>
                <a:gd name="connsiteX5" fmla="*/ 283 w 353"/>
                <a:gd name="connsiteY5" fmla="*/ 0 h 639"/>
                <a:gd name="connsiteX0" fmla="*/ 283 w 353"/>
                <a:gd name="connsiteY0" fmla="*/ 0 h 639"/>
                <a:gd name="connsiteX1" fmla="*/ 353 w 353"/>
                <a:gd name="connsiteY1" fmla="*/ 33 h 639"/>
                <a:gd name="connsiteX2" fmla="*/ 193 w 353"/>
                <a:gd name="connsiteY2" fmla="*/ 377 h 639"/>
                <a:gd name="connsiteX3" fmla="*/ 70 w 353"/>
                <a:gd name="connsiteY3" fmla="*/ 639 h 639"/>
                <a:gd name="connsiteX4" fmla="*/ 0 w 353"/>
                <a:gd name="connsiteY4" fmla="*/ 606 h 639"/>
                <a:gd name="connsiteX5" fmla="*/ 193 w 353"/>
                <a:gd name="connsiteY5" fmla="*/ 193 h 639"/>
                <a:gd name="connsiteX6" fmla="*/ 283 w 353"/>
                <a:gd name="connsiteY6" fmla="*/ 0 h 639"/>
                <a:gd name="connsiteX0" fmla="*/ 283 w 353"/>
                <a:gd name="connsiteY0" fmla="*/ 0 h 606"/>
                <a:gd name="connsiteX1" fmla="*/ 353 w 353"/>
                <a:gd name="connsiteY1" fmla="*/ 33 h 606"/>
                <a:gd name="connsiteX2" fmla="*/ 193 w 353"/>
                <a:gd name="connsiteY2" fmla="*/ 377 h 606"/>
                <a:gd name="connsiteX3" fmla="*/ 0 w 353"/>
                <a:gd name="connsiteY3" fmla="*/ 606 h 606"/>
                <a:gd name="connsiteX4" fmla="*/ 193 w 353"/>
                <a:gd name="connsiteY4" fmla="*/ 193 h 606"/>
                <a:gd name="connsiteX5" fmla="*/ 283 w 353"/>
                <a:gd name="connsiteY5" fmla="*/ 0 h 606"/>
                <a:gd name="connsiteX0" fmla="*/ 90 w 160"/>
                <a:gd name="connsiteY0" fmla="*/ 0 h 377"/>
                <a:gd name="connsiteX1" fmla="*/ 160 w 160"/>
                <a:gd name="connsiteY1" fmla="*/ 33 h 377"/>
                <a:gd name="connsiteX2" fmla="*/ 0 w 160"/>
                <a:gd name="connsiteY2" fmla="*/ 377 h 377"/>
                <a:gd name="connsiteX3" fmla="*/ 0 w 160"/>
                <a:gd name="connsiteY3" fmla="*/ 193 h 377"/>
                <a:gd name="connsiteX4" fmla="*/ 90 w 160"/>
                <a:gd name="connsiteY4" fmla="*/ 0 h 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" h="377">
                  <a:moveTo>
                    <a:pt x="90" y="0"/>
                  </a:moveTo>
                  <a:lnTo>
                    <a:pt x="160" y="33"/>
                  </a:lnTo>
                  <a:cubicBezTo>
                    <a:pt x="107" y="148"/>
                    <a:pt x="53" y="262"/>
                    <a:pt x="0" y="377"/>
                  </a:cubicBezTo>
                  <a:lnTo>
                    <a:pt x="0" y="193"/>
                  </a:lnTo>
                  <a:cubicBezTo>
                    <a:pt x="30" y="129"/>
                    <a:pt x="60" y="64"/>
                    <a:pt x="9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9" name="Freeform 132"/>
            <p:cNvSpPr>
              <a:spLocks/>
            </p:cNvSpPr>
            <p:nvPr/>
          </p:nvSpPr>
          <p:spPr bwMode="ltGray">
            <a:xfrm>
              <a:off x="-42" y="1714"/>
              <a:ext cx="60" cy="136"/>
            </a:xfrm>
            <a:custGeom>
              <a:avLst/>
              <a:gdLst>
                <a:gd name="connsiteX0" fmla="*/ 334 w 400"/>
                <a:gd name="connsiteY0" fmla="*/ 96 h 714"/>
                <a:gd name="connsiteX1" fmla="*/ 400 w 400"/>
                <a:gd name="connsiteY1" fmla="*/ 135 h 714"/>
                <a:gd name="connsiteX2" fmla="*/ 66 w 400"/>
                <a:gd name="connsiteY2" fmla="*/ 714 h 714"/>
                <a:gd name="connsiteX3" fmla="*/ 0 w 400"/>
                <a:gd name="connsiteY3" fmla="*/ 676 h 714"/>
                <a:gd name="connsiteX4" fmla="*/ 334 w 400"/>
                <a:gd name="connsiteY4" fmla="*/ 96 h 714"/>
                <a:gd name="connsiteX5" fmla="*/ 341 w 400"/>
                <a:gd name="connsiteY5" fmla="*/ 100 h 714"/>
                <a:gd name="connsiteX0" fmla="*/ 334 w 400"/>
                <a:gd name="connsiteY0" fmla="*/ 96 h 714"/>
                <a:gd name="connsiteX1" fmla="*/ 400 w 400"/>
                <a:gd name="connsiteY1" fmla="*/ 135 h 714"/>
                <a:gd name="connsiteX2" fmla="*/ 340 w 400"/>
                <a:gd name="connsiteY2" fmla="*/ 236 h 714"/>
                <a:gd name="connsiteX3" fmla="*/ 66 w 400"/>
                <a:gd name="connsiteY3" fmla="*/ 714 h 714"/>
                <a:gd name="connsiteX4" fmla="*/ 0 w 400"/>
                <a:gd name="connsiteY4" fmla="*/ 676 h 714"/>
                <a:gd name="connsiteX5" fmla="*/ 334 w 400"/>
                <a:gd name="connsiteY5" fmla="*/ 96 h 714"/>
                <a:gd name="connsiteX6" fmla="*/ 341 w 400"/>
                <a:gd name="connsiteY6" fmla="*/ 100 h 714"/>
                <a:gd name="connsiteX7" fmla="*/ 334 w 400"/>
                <a:gd name="connsiteY7" fmla="*/ 96 h 714"/>
                <a:gd name="connsiteX0" fmla="*/ 341 w 400"/>
                <a:gd name="connsiteY0" fmla="*/ 100 h 714"/>
                <a:gd name="connsiteX1" fmla="*/ 400 w 400"/>
                <a:gd name="connsiteY1" fmla="*/ 135 h 714"/>
                <a:gd name="connsiteX2" fmla="*/ 340 w 400"/>
                <a:gd name="connsiteY2" fmla="*/ 236 h 714"/>
                <a:gd name="connsiteX3" fmla="*/ 66 w 400"/>
                <a:gd name="connsiteY3" fmla="*/ 714 h 714"/>
                <a:gd name="connsiteX4" fmla="*/ 0 w 400"/>
                <a:gd name="connsiteY4" fmla="*/ 676 h 714"/>
                <a:gd name="connsiteX5" fmla="*/ 334 w 400"/>
                <a:gd name="connsiteY5" fmla="*/ 96 h 714"/>
                <a:gd name="connsiteX6" fmla="*/ 341 w 400"/>
                <a:gd name="connsiteY6" fmla="*/ 100 h 714"/>
                <a:gd name="connsiteX0" fmla="*/ 341 w 400"/>
                <a:gd name="connsiteY0" fmla="*/ 0 h 614"/>
                <a:gd name="connsiteX1" fmla="*/ 400 w 400"/>
                <a:gd name="connsiteY1" fmla="*/ 35 h 614"/>
                <a:gd name="connsiteX2" fmla="*/ 340 w 400"/>
                <a:gd name="connsiteY2" fmla="*/ 136 h 614"/>
                <a:gd name="connsiteX3" fmla="*/ 66 w 400"/>
                <a:gd name="connsiteY3" fmla="*/ 614 h 614"/>
                <a:gd name="connsiteX4" fmla="*/ 0 w 400"/>
                <a:gd name="connsiteY4" fmla="*/ 576 h 614"/>
                <a:gd name="connsiteX5" fmla="*/ 341 w 400"/>
                <a:gd name="connsiteY5" fmla="*/ 0 h 614"/>
                <a:gd name="connsiteX0" fmla="*/ 341 w 400"/>
                <a:gd name="connsiteY0" fmla="*/ 0 h 614"/>
                <a:gd name="connsiteX1" fmla="*/ 400 w 400"/>
                <a:gd name="connsiteY1" fmla="*/ 35 h 614"/>
                <a:gd name="connsiteX2" fmla="*/ 340 w 400"/>
                <a:gd name="connsiteY2" fmla="*/ 136 h 614"/>
                <a:gd name="connsiteX3" fmla="*/ 66 w 400"/>
                <a:gd name="connsiteY3" fmla="*/ 614 h 614"/>
                <a:gd name="connsiteX4" fmla="*/ 0 w 400"/>
                <a:gd name="connsiteY4" fmla="*/ 576 h 614"/>
                <a:gd name="connsiteX5" fmla="*/ 341 w 400"/>
                <a:gd name="connsiteY5" fmla="*/ 0 h 614"/>
                <a:gd name="connsiteX0" fmla="*/ 275 w 334"/>
                <a:gd name="connsiteY0" fmla="*/ 0 h 614"/>
                <a:gd name="connsiteX1" fmla="*/ 334 w 334"/>
                <a:gd name="connsiteY1" fmla="*/ 35 h 614"/>
                <a:gd name="connsiteX2" fmla="*/ 274 w 334"/>
                <a:gd name="connsiteY2" fmla="*/ 136 h 614"/>
                <a:gd name="connsiteX3" fmla="*/ 0 w 334"/>
                <a:gd name="connsiteY3" fmla="*/ 614 h 614"/>
                <a:gd name="connsiteX4" fmla="*/ 275 w 334"/>
                <a:gd name="connsiteY4" fmla="*/ 0 h 614"/>
                <a:gd name="connsiteX0" fmla="*/ 1 w 60"/>
                <a:gd name="connsiteY0" fmla="*/ 0 h 136"/>
                <a:gd name="connsiteX1" fmla="*/ 60 w 60"/>
                <a:gd name="connsiteY1" fmla="*/ 35 h 136"/>
                <a:gd name="connsiteX2" fmla="*/ 0 w 60"/>
                <a:gd name="connsiteY2" fmla="*/ 136 h 136"/>
                <a:gd name="connsiteX3" fmla="*/ 1 w 60"/>
                <a:gd name="connsiteY3" fmla="*/ 0 h 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" h="136">
                  <a:moveTo>
                    <a:pt x="1" y="0"/>
                  </a:moveTo>
                  <a:lnTo>
                    <a:pt x="60" y="35"/>
                  </a:lnTo>
                  <a:cubicBezTo>
                    <a:pt x="40" y="69"/>
                    <a:pt x="20" y="102"/>
                    <a:pt x="0" y="136"/>
                  </a:cubicBezTo>
                  <a:cubicBezTo>
                    <a:pt x="0" y="91"/>
                    <a:pt x="1" y="45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21536" y="0"/>
            <a:ext cx="9960864" cy="987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609600" y="1188720"/>
            <a:ext cx="10972800" cy="4907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408" y="6364225"/>
            <a:ext cx="2913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7DB930B-E2B6-45D9-B719-B879D65B815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60064" y="6364225"/>
            <a:ext cx="708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5536" y="6364225"/>
            <a:ext cx="816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7E8322C-0275-42C9-B12D-D865FFAE66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403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 cap="none" spc="0">
          <a:ln w="18415" cmpd="sng">
            <a:noFill/>
            <a:prstDash val="solid"/>
          </a:ln>
          <a:solidFill>
            <a:srgbClr val="FFFFFF"/>
          </a:solidFill>
          <a:effectLst>
            <a:outerShdw blurRad="63500" dir="36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2">
            <a:lumMod val="60000"/>
            <a:lumOff val="40000"/>
          </a:schemeClr>
        </a:buClr>
        <a:buSzPct val="80000"/>
        <a:buFont typeface="Wingdings 2" pitchFamily="18" charset="2"/>
        <a:buChar char="¤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3">
            <a:lumMod val="60000"/>
            <a:lumOff val="40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4">
            <a:lumMod val="60000"/>
            <a:lumOff val="40000"/>
          </a:schemeClr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5">
            <a:lumMod val="60000"/>
            <a:lumOff val="40000"/>
          </a:schemeClr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6">
            <a:lumMod val="60000"/>
            <a:lumOff val="40000"/>
          </a:schemeClr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hiho1014.github.io/hayoung-celebration-sit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A43CC-8D4C-615F-9E70-31477DE0EA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신하영 </a:t>
            </a:r>
            <a:r>
              <a:rPr lang="ko-KR" altLang="en-US" dirty="0" err="1"/>
              <a:t>할일</a:t>
            </a:r>
            <a:r>
              <a:rPr lang="ko-KR" altLang="en-US" dirty="0"/>
              <a:t> 체크 사이트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8A8EA5-51A1-B474-F30A-808FE9854E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25.9.22 </a:t>
            </a:r>
            <a:r>
              <a:rPr lang="ko-KR" altLang="en-US" dirty="0" err="1"/>
              <a:t>해커톤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4137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8BECF3-3098-45A3-9F59-B57172DA2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무엇을 어떻게 만들었나요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01E68F5-255B-1660-060A-D907B54255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black">
          <a:xfrm>
            <a:off x="307832" y="1165179"/>
            <a:ext cx="3754509" cy="4983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4A0BDF-2F94-16F1-3C24-FF7C2257FFB7}"/>
              </a:ext>
            </a:extLst>
          </p:cNvPr>
          <p:cNvSpPr txBox="1"/>
          <p:nvPr/>
        </p:nvSpPr>
        <p:spPr>
          <a:xfrm>
            <a:off x="4485503" y="1496718"/>
            <a:ext cx="700063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/>
              <a:t>우에엥</a:t>
            </a:r>
            <a:r>
              <a:rPr lang="ko-KR" altLang="en-US" dirty="0"/>
              <a:t> </a:t>
            </a:r>
            <a:r>
              <a:rPr lang="ko-KR" altLang="en-US" dirty="0" err="1"/>
              <a:t>커서에몽을</a:t>
            </a:r>
            <a:r>
              <a:rPr lang="ko-KR" altLang="en-US" dirty="0"/>
              <a:t> 함</a:t>
            </a:r>
            <a:r>
              <a:rPr lang="en-US" altLang="ko-KR" dirty="0"/>
              <a:t>….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결제 </a:t>
            </a:r>
            <a:r>
              <a:rPr lang="ko-KR" altLang="en-US" dirty="0" err="1"/>
              <a:t>안했는데</a:t>
            </a:r>
            <a:r>
              <a:rPr lang="ko-KR" altLang="en-US" dirty="0"/>
              <a:t> 왜 만들어지지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 err="1"/>
              <a:t>우에엥</a:t>
            </a:r>
            <a:r>
              <a:rPr lang="ko-KR" altLang="en-US" dirty="0"/>
              <a:t> </a:t>
            </a:r>
            <a:r>
              <a:rPr lang="ko-KR" altLang="en-US" dirty="0" err="1"/>
              <a:t>제미니에몽</a:t>
            </a:r>
            <a:r>
              <a:rPr lang="ko-KR" altLang="en-US" dirty="0"/>
              <a:t> 이미지 </a:t>
            </a:r>
            <a:r>
              <a:rPr lang="ko-KR" altLang="en-US" dirty="0" err="1"/>
              <a:t>만들어줘를</a:t>
            </a:r>
            <a:r>
              <a:rPr lang="ko-KR" altLang="en-US" dirty="0"/>
              <a:t> 함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관계자님 로고 이미지 주세요 </a:t>
            </a:r>
            <a:r>
              <a:rPr lang="ko-KR" altLang="en-US" dirty="0" err="1"/>
              <a:t>ㅠㅠ</a:t>
            </a:r>
            <a:r>
              <a:rPr lang="ko-KR" altLang="en-US" dirty="0"/>
              <a:t> </a:t>
            </a:r>
            <a:r>
              <a:rPr lang="ko-KR" altLang="en-US" dirty="0" err="1"/>
              <a:t>를</a:t>
            </a:r>
            <a:r>
              <a:rPr lang="ko-KR" altLang="en-US" dirty="0"/>
              <a:t> 함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캡쳐를 함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포토룸에서</a:t>
            </a:r>
            <a:r>
              <a:rPr lang="ko-KR" altLang="en-US" dirty="0"/>
              <a:t> 배경 자르고 수정함</a:t>
            </a:r>
            <a:r>
              <a:rPr lang="en-US" altLang="ko-KR" dirty="0"/>
              <a:t>…</a:t>
            </a:r>
          </a:p>
          <a:p>
            <a:pPr marL="342900" indent="-342900">
              <a:buAutoNum type="arabicPeriod"/>
            </a:pPr>
            <a:r>
              <a:rPr lang="ko-KR" altLang="en-US" dirty="0" err="1"/>
              <a:t>클로드코드에몽</a:t>
            </a:r>
            <a:r>
              <a:rPr lang="ko-KR" altLang="en-US" dirty="0"/>
              <a:t> 배포해줘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왜냐면 커서로 배포하는 법 몰라</a:t>
            </a:r>
            <a:r>
              <a:rPr lang="en-US" altLang="ko-KR" dirty="0"/>
              <a:t>… </a:t>
            </a:r>
            <a:r>
              <a:rPr lang="ko-KR" altLang="en-US" dirty="0"/>
              <a:t>그래도 커서에서 터미널 켜서 </a:t>
            </a:r>
            <a:r>
              <a:rPr lang="ko-KR" altLang="en-US" dirty="0" err="1"/>
              <a:t>했씁니다</a:t>
            </a:r>
            <a:r>
              <a:rPr lang="en-US" altLang="ko-KR" dirty="0"/>
              <a:t>.)</a:t>
            </a:r>
          </a:p>
          <a:p>
            <a:pPr marL="342900" indent="-342900">
              <a:buAutoNum type="arabicPeriod"/>
            </a:pPr>
            <a:r>
              <a:rPr lang="ko-KR" altLang="en-US" dirty="0" err="1"/>
              <a:t>후다닥슨</a:t>
            </a:r>
            <a:r>
              <a:rPr lang="ko-KR" altLang="en-US" dirty="0"/>
              <a:t> </a:t>
            </a:r>
            <a:r>
              <a:rPr lang="en-US" altLang="ko-KR" dirty="0"/>
              <a:t>ppt </a:t>
            </a:r>
            <a:r>
              <a:rPr lang="ko-KR" altLang="en-US" dirty="0"/>
              <a:t>만들고 업로드함 </a:t>
            </a:r>
            <a:r>
              <a:rPr lang="en-US" altLang="ko-KR" dirty="0"/>
              <a:t>(</a:t>
            </a:r>
            <a:r>
              <a:rPr lang="ko-KR" altLang="en-US"/>
              <a:t>시간업엇어요</a:t>
            </a:r>
            <a:r>
              <a:rPr lang="ko-KR" altLang="en-US" dirty="0"/>
              <a:t> 봐주세요</a:t>
            </a:r>
            <a:r>
              <a:rPr lang="en-US" altLang="ko-KR" dirty="0"/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593025B-0D24-7EB3-860B-9D72EF442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826" y="4591208"/>
            <a:ext cx="7587349" cy="155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641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408BD6-77E8-7705-4DA8-7D6F1DC8B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어느 사이트로 </a:t>
            </a:r>
            <a:r>
              <a:rPr lang="ko-KR" altLang="en-US" dirty="0" err="1"/>
              <a:t>들어가믄</a:t>
            </a:r>
            <a:r>
              <a:rPr lang="ko-KR" altLang="en-US" dirty="0"/>
              <a:t> </a:t>
            </a:r>
            <a:r>
              <a:rPr lang="ko-KR" altLang="en-US" dirty="0" err="1"/>
              <a:t>되는가예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6DF19F-260A-0F0D-6AF8-B480C88B9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그것은 바로 이것</a:t>
            </a:r>
            <a:endParaRPr lang="en-US" altLang="ko-KR" dirty="0"/>
          </a:p>
          <a:p>
            <a:r>
              <a:rPr lang="en-US" altLang="ko-KR" dirty="0">
                <a:hlinkClick r:id="rId2"/>
              </a:rPr>
              <a:t>https://hiho1014.github.io/hayoung-celebration-site</a:t>
            </a:r>
            <a:r>
              <a:rPr lang="en-US" altLang="ko-KR" dirty="0"/>
              <a:t>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4254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056E46-D245-9424-B034-5E7375A78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웨</a:t>
            </a:r>
            <a:r>
              <a:rPr lang="ko-KR" altLang="en-US" dirty="0"/>
              <a:t> 만들었음</a:t>
            </a:r>
            <a:r>
              <a:rPr lang="en-US" altLang="ko-KR" dirty="0"/>
              <a:t>? / </a:t>
            </a:r>
            <a:r>
              <a:rPr lang="ko-KR" altLang="en-US" dirty="0"/>
              <a:t>님 누구임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96BCC0-0877-C3DB-3055-850CB4CF8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시 도착 전</a:t>
            </a:r>
            <a:r>
              <a:rPr lang="en-US" altLang="ko-KR" dirty="0"/>
              <a:t>… </a:t>
            </a:r>
            <a:r>
              <a:rPr lang="ko-KR" altLang="en-US" dirty="0"/>
              <a:t>지하철에서</a:t>
            </a:r>
            <a:r>
              <a:rPr lang="en-US" altLang="ko-KR" dirty="0"/>
              <a:t>… </a:t>
            </a:r>
            <a:r>
              <a:rPr lang="ko-KR" altLang="en-US" dirty="0" err="1"/>
              <a:t>바이브코딩</a:t>
            </a:r>
            <a:r>
              <a:rPr lang="ko-KR" altLang="en-US" dirty="0"/>
              <a:t> </a:t>
            </a:r>
            <a:r>
              <a:rPr lang="ko-KR" altLang="en-US" dirty="0" err="1"/>
              <a:t>해커톤인데</a:t>
            </a:r>
            <a:r>
              <a:rPr lang="ko-KR" altLang="en-US" dirty="0"/>
              <a:t> 후다닥 만들만한 거 없을까 짱구를 굴렸습니다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저는 신하영입니다</a:t>
            </a:r>
            <a:r>
              <a:rPr lang="en-US" altLang="ko-KR" dirty="0"/>
              <a:t>. </a:t>
            </a:r>
            <a:r>
              <a:rPr lang="ko-KR" altLang="en-US" dirty="0" err="1"/>
              <a:t>방가방가룽</a:t>
            </a:r>
            <a:r>
              <a:rPr lang="en-US" altLang="ko-KR" dirty="0"/>
              <a:t>~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0077685"/>
      </p:ext>
    </p:extLst>
  </p:cSld>
  <p:clrMapOvr>
    <a:masterClrMapping/>
  </p:clrMapOvr>
</p:sld>
</file>

<file path=ppt/theme/theme1.xml><?xml version="1.0" encoding="utf-8"?>
<a:theme xmlns:a="http://schemas.openxmlformats.org/drawingml/2006/main" name="New_Korea03">
  <a:themeElements>
    <a:clrScheme name="Korea03">
      <a:dk1>
        <a:srgbClr val="000000"/>
      </a:dk1>
      <a:lt1>
        <a:srgbClr val="FFFFFF"/>
      </a:lt1>
      <a:dk2>
        <a:srgbClr val="0362B9"/>
      </a:dk2>
      <a:lt2>
        <a:srgbClr val="BCE7FA"/>
      </a:lt2>
      <a:accent1>
        <a:srgbClr val="3DB5DB"/>
      </a:accent1>
      <a:accent2>
        <a:srgbClr val="DF9B29"/>
      </a:accent2>
      <a:accent3>
        <a:srgbClr val="6699FF"/>
      </a:accent3>
      <a:accent4>
        <a:srgbClr val="D361AA"/>
      </a:accent4>
      <a:accent5>
        <a:srgbClr val="A3D75D"/>
      </a:accent5>
      <a:accent6>
        <a:srgbClr val="D36161"/>
      </a:accent6>
      <a:hlink>
        <a:srgbClr val="FF9933"/>
      </a:hlink>
      <a:folHlink>
        <a:srgbClr val="FF3399"/>
      </a:folHlink>
    </a:clrScheme>
    <a:fontScheme name="Korea03">
      <a:majorFont>
        <a:latin typeface="Corbel"/>
        <a:ea typeface=""/>
        <a:cs typeface=""/>
        <a:font script="Jpan" typeface="HG創英角ｺﾞｼｯｸUB"/>
        <a:font script="Hang" typeface="맑은 고딕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w Cen MT"/>
        <a:ea typeface=""/>
        <a:cs typeface=""/>
        <a:font script="Jpan" typeface="HGｺﾞｼｯｸE"/>
        <a:font script="Hang" typeface="휴먼모음T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Korea03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hade val="100000"/>
                <a:satMod val="115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</a:effectStyle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</a:effectStyle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TM10237563[[fn=우주 테마]]</Template>
  <TotalTime>12</TotalTime>
  <Words>109</Words>
  <Application>Microsoft Office PowerPoint</Application>
  <PresentationFormat>와이드스크린</PresentationFormat>
  <Paragraphs>16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Arial</vt:lpstr>
      <vt:lpstr>Corbel</vt:lpstr>
      <vt:lpstr>Tw Cen MT</vt:lpstr>
      <vt:lpstr>Wingdings</vt:lpstr>
      <vt:lpstr>Wingdings 2</vt:lpstr>
      <vt:lpstr>New_Korea03</vt:lpstr>
      <vt:lpstr>신하영 할일 체크 사이트~</vt:lpstr>
      <vt:lpstr>무엇을 어떻게 만들었나요</vt:lpstr>
      <vt:lpstr>어느 사이트로 들어가믄 되는가예?</vt:lpstr>
      <vt:lpstr>웨 만들었음? / 님 누구임?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</cp:revision>
  <dcterms:created xsi:type="dcterms:W3CDTF">2025-09-22T07:53:44Z</dcterms:created>
  <dcterms:modified xsi:type="dcterms:W3CDTF">2025-09-22T08:06:20Z</dcterms:modified>
</cp:coreProperties>
</file>